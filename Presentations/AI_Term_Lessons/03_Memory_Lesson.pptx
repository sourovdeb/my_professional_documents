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 in the 'AI Explained, Plain and Simple' series, following Lesson 1 (Agent) and Lesson 2 (Model). Today's term: MEMORY — what lets an AI carry facts forward instead of forgetting everything the moment it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 tell a chatbot your name, come back the next day, and it's forgotten everything — including your name? That's a memory problem. Let's talk about what 'memory' actually means for AI, and why some tools have it and some don't.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Short-term memory is everything said earlier in the same conversation — like Word's Undo history, which only remembers what happened in the document you have open right now. Close the file, and that history is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Long-term memory is different: it's facts an AI keeps across separate conversations — like Word's 'recent documents' list, which is still there tomorrow even after you've quit and reopened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isn't free: short-term memory is really just re-reading the whole conversation so far every single time you send a new message. Long-term memory means something was deliberately written down and saved somewhere — a note, a profile, a database — to be read back in later. If nothing was saved, there's nothing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example — Mistral Studio: when you build an agent, you configure how much conversation history it keeps in view and whether it has a memory store it can write facts to and read facts from across sessions. Turn memory off, and the agent behaves like a blank search tab, no matter how smart the underlying model is.
USER NOTE — try it yourself: in Mistral Studio, open an agent's settings and toggle its memory/history length to see the effect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memory isn't a personality trait an AI happens to have — it's a design choice. Short-term memory = re-reading the conversation so far, like Undo history inside one open document. Long-term memory = something explicitly saved and reloaded later, like a recent-documents list. No save, no memory — for either kind.
Next time: how does an AI get a whole new reusable capability bolted on, instead of just remembering more? That's 'skill' — Lesson 4.
Series tracker: Covered so far — Agent (L1), Model (L2), Memory (L3). Next: Skill → Hook → Workflow → JSON →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EXPLAINED, PLAIN AND SIMPLE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“Memory”?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of the series — plain-language AI concepts, explained with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Suite analogies and a live Mistral Studio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66960" y="4480560"/>
            <a:ext cx="1645920" cy="1645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0" y="4480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66960" y="6172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y-professional-documents/f0bb8766-aa8a-5636-bc8d-7ed8dc53f24b/scratchpad/lesson3_doodles/01_blank_ta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y-professional-documents/f0bb8766-aa8a-5636-bc8d-7ed8dc53f24b/scratchpad/lesson3_doodles/02_undo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y-professional-documents/f0bb8766-aa8a-5636-bc8d-7ed8dc53f24b/scratchpad/lesson3_doodles/03_recent_docu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y-professional-documents/f0bb8766-aa8a-5636-bc8d-7ed8dc53f24b/scratchpad/lesson3_doodles/04_save_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y-professional-documents/f0bb8766-aa8a-5636-bc8d-7ed8dc53f24b/scratchpad/lesson3_doodles/05_mistral_tog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y-professional-documents/f0bb8766-aa8a-5636-bc8d-7ed8dc53f24b/scratchpad/lesson3_doodles/06_re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2026-07-17T16:22:28Z</dcterms:created>
  <dcterms:modified xsi:type="dcterms:W3CDTF">2026-07-17T16:22:28Z</dcterms:modified>
</cp:coreProperties>
</file>