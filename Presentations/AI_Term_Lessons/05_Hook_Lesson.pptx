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(0:00-0:20). You've met Agent, Model, Memory, and Skill. But none of them do anything until something tells them to start. So what actually flips the switch? That's called a Hook — and it's simpler than it sounds.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(0:20-0:55) A Hook is a standing rule: when a specific thing happens, automatically run this — no person needs to be watching or clicking 'go.' Think of a light switch wired to a motion sensor instead of a hand: the light doesn't wait to be asked, it just reacts the instant the condition is met.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(0:55-1:30) You already use this pattern in your inbox. Gmail or Outlook rules: 'if the sender is my accountant, move it to the Finance folder' — you set that once, and it silently fires every single time, forever, with nobody re-deciding it. A Hook is that same standing rule, just pointed at an agent instead of a folder.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(1:30-1:55) Same idea with a calendar reminder or a browser notification. You don't sit there watching the clock — you set the time once, and the reminder pops up by itself the moment it's due. The trigger is wired to an event, not to you remembering to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(1:55-2:20) Or the clearest version: a smoke detector. It does nothing for months — until smoke actually reaches it, and then it rings immediately, with zero human in the loop deciding to sound the alarm. That's a Hook in its purest form: silent until the trigger condition is true, instant once it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(2:20-2:50) Here's what this looks like in a real product: the difference between an agent you manually start by typing into a chat, versus one wired to run automatically — whenever a new file lands in a connected document library, or on a fixed schedule. That automatic wiring, the 'when this happens, run the agent' setting, is the Hook. You configure it once; after that, it just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(2:50-3:15) Recap: a Hook is a standing 'when this happens, do that' rule — an inbox filter, a calendar reminder, and a smoke detector are all the same idea. It's what turns an agent from something you have to ask, into something that's already watching. Covered so far: Agent, Model, Memory, Skill, Hook. Next up: Workflow — how several of these steps get strung together into one automatic sequence. Also queued: JSON, Python.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EXPLAINED, PLAIN AND SIMPLE — LESSON 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66751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"Hook"?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97764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Agent, Model, Memory, or Skill do anything until something flips the switch. A Hook is what tells them to start — automatically.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35240" y="777240"/>
            <a:ext cx="3931920" cy="530352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/>
        </p:spPr>
      </p:sp>
      <p:pic>
        <p:nvPicPr>
          <p:cNvPr id="6" name="Image 0" descr="/tmp/claude-0/-home-user-my-professional-documents/9519758a-3010-57c3-a504-31adcdd774e4/scratchpad/lesson/doodles_hook/01_idle_ag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234440"/>
            <a:ext cx="338328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F0F6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EVERYDAY DEFINITION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3794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standing rule that fires itself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Hook is a rule: when a specific thing happens, automatically run this — no person needs to be watching or clicking “go.”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379476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Wired to an event, not to a person remembering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the instant the condition is true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WHEN an agent runs, not what it does</a:t>
            </a:r>
            <a:endParaRPr lang="en-US" sz="1350" dirty="0"/>
          </a:p>
        </p:txBody>
      </p:sp>
      <p:pic>
        <p:nvPicPr>
          <p:cNvPr id="7" name="Image 0" descr="/tmp/claude-0/-home-user-my-professional-documents/9519758a-3010-57c3-a504-31adcdd774e4/scratchpad/lesson/doodles_hook/02_trigger_wakes_ag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914400"/>
            <a:ext cx="5029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F0F6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 1 — OFFICE SUITE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3794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Like an inbox rule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or Outlook doesn't decide in the moment. You set a rule once — “if sender is X, file it here” — and it fires silently, every time, forever.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379476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set once, works on every future email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Hook: set once, works on every future trigger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needs a person re-deciding each time</a:t>
            </a:r>
            <a:endParaRPr lang="en-US" sz="1350" dirty="0"/>
          </a:p>
        </p:txBody>
      </p:sp>
      <p:pic>
        <p:nvPicPr>
          <p:cNvPr id="7" name="Image 0" descr="/tmp/claude-0/-home-user-my-professional-documents/9519758a-3010-57c3-a504-31adcdd774e4/scratchpad/lesson/doodles_hook/03_inbox_ru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914400"/>
            <a:ext cx="5029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F0F6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 2 — WEB BROWSER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3794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Like a calendar reminder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calendar app doesn't wait for you to check it. It's wired to a clock, and the reminder pops up automatically at the moment you set — nobody has to be watching.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379476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Reminder: wired to a clock, fires on its own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Hook: wired to an event, fires on its own</a:t>
            </a:r>
            <a:endParaRPr lang="en-US" sz="1350" dirty="0"/>
          </a:p>
        </p:txBody>
      </p:sp>
      <p:pic>
        <p:nvPicPr>
          <p:cNvPr id="7" name="Image 0" descr="/tmp/claude-0/-home-user-my-professional-documents/9519758a-3010-57c3-a504-31adcdd774e4/scratchpad/lesson/doodles_hook/04_browser_ala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914400"/>
            <a:ext cx="5029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F0F6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 3 — EVERYDAY TASK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3794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Like a smoke detector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nothing for months — until smoke actually reaches it, and then it rings immediately, with zero human deciding to sound the alarm.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379476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until the real condition is met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the moment it is — no delay, no asking</a:t>
            </a:r>
            <a:endParaRPr lang="en-US" sz="1350" dirty="0"/>
          </a:p>
        </p:txBody>
      </p:sp>
      <p:pic>
        <p:nvPicPr>
          <p:cNvPr id="7" name="Image 0" descr="/tmp/claude-0/-home-user-my-professional-documents/9519758a-3010-57c3-a504-31adcdd774e4/scratchpad/lesson/doodles_hook/05_smoke_detec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914400"/>
            <a:ext cx="5029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F0F6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IN A REAL TOOL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3794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Mistral Studio's automatic triggers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a real difference between typing into a chat to start an agent, and wiring that same agent to run on its own — say, whenever a new file lands in a connected library, or on a fixed schedule.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379476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happens — a file arrives, a time is reached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Hook fires, no person involved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runs automatically, goal and tools unchanged</a:t>
            </a:r>
            <a:endParaRPr lang="en-US" sz="1350" dirty="0"/>
          </a:p>
        </p:txBody>
      </p:sp>
      <p:pic>
        <p:nvPicPr>
          <p:cNvPr id="7" name="Image 0" descr="/tmp/claude-0/-home-user-my-professional-documents/9519758a-3010-57c3-a504-31adcdd774e4/scratchpad/lesson/doodles_hook/06_mistral_studio_h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914400"/>
            <a:ext cx="5029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66751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Hook = a standing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trigger rule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97764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so far: Agent, Model, Memory, Skill, Hook (Lessons 1-5). Next up: Workflow — chaining several triggers and steps into one automatic sequence. Also queued: JSON, Python.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35240" y="777240"/>
            <a:ext cx="3931920" cy="530352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/>
        </p:spPr>
      </p:sp>
      <p:pic>
        <p:nvPicPr>
          <p:cNvPr id="6" name="Image 0" descr="/tmp/claude-0/-home-user-my-professional-documents/9519758a-3010-57c3-a504-31adcdd774e4/scratchpad/lesson/doodles_hook/07_recap_signpo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234440"/>
            <a:ext cx="3383280" cy="3383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2026-07-17T21:27:11Z</dcterms:created>
  <dcterms:modified xsi:type="dcterms:W3CDTF">2026-07-17T21:27:11Z</dcterms:modified>
</cp:coreProperties>
</file>