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3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TERM LESSON · NO.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chatbot that only talks is different from an AI that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goes and does the work.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 MIN LESSON   ·   WATCH, READ, OR PRESENT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778240" y="1965960"/>
            <a:ext cx="2834640" cy="2834640"/>
          </a:xfrm>
          <a:prstGeom prst="ellipse">
            <a:avLst/>
          </a:prstGeom>
          <a:solidFill>
            <a:srgbClr val="028090">
              <a:alpha val="75000"/>
            </a:srgbClr>
          </a:solidFill>
          <a:ln/>
        </p:spPr>
      </p:sp>
      <p:pic>
        <p:nvPicPr>
          <p:cNvPr id="7" name="Image 0" descr="/tmp/claude-0/-home-user-my-professional-documents/42493f46-281b-5b81-9ad4-14f4336b8da1/scratchpad/pptx_build/icon_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517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One-Sentence Definition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doesn’t just talk — it acts. You give it a goal; it plans the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uses tools, and checks its own work until the job is done.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926080"/>
            <a:ext cx="1005840" cy="1005840"/>
          </a:xfrm>
          <a:prstGeom prst="ellipse">
            <a:avLst/>
          </a:prstGeom>
          <a:solidFill>
            <a:srgbClr val="5F6B6C"/>
          </a:solidFill>
          <a:ln/>
        </p:spPr>
      </p:sp>
      <p:pic>
        <p:nvPicPr>
          <p:cNvPr id="6" name="Image 0" descr="/tmp/claude-0/-home-user-my-professional-documents/42493f46-281b-5b81-9ad4-14f4336b8da1/scratchpad/pptx_build/icon_compas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154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AI Model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4663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GPS: it tells you the turns to make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have to drive.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246888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92608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tmp/claude-0/-home-user-my-professional-documents/42493f46-281b-5b81-9ad4-14f4336b8da1/scratchpad/pptx_build/icon_c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3154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75120" y="4663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self-driving car: same map, but it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wheel and actually drives.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You’ve Seen This Before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you already use every day — taken one step further.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0F7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917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tmp/claude-0/-home-user-my-professional-documents/42493f46-281b-5b81-9ad4-14f4336b8da1/scratchpad/pptx_build/icon_tab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7020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Macro → AI Agent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2587752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macro replays a fixed recording of clicks — same steps, every time. 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agent: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macro that thinks: give it a goal (“clean this sheet, email a summary”) and it works out the steps itself — adapting if something looks off.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0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46863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tmp/claude-0/-home-user-my-professional-documents/42493f46-281b-5b81-9ad4-14f4336b8da1/scratchpad/pptx_build/icon_window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8966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432511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Tab → AI Agent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965960" y="4782312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tab shows you a page and waits for you to click. 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agent: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that tab plus someone at the keyboard: clicking links, filling forms, and reading results on your behalf.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Concrete Example: Mistral Studio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Agent takes three ingredients — no code required.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77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017520" y="2423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tmp/claude-0/-home-user-my-professional-documents/42493f46-281b-5b81-9ad4-14f4336b8da1/scratchpad/pptx_build/icon_f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2112" y="2587752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description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research assistant who summarizes PDFs and drafts follow-up emails.”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2377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812280" y="2423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tmp/claude-0/-home-user-my-professional-documents/42493f46-281b-5b81-9ad4-14f4336b8da1/scratchpad/pptx_build/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2587752"/>
            <a:ext cx="448056" cy="4480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switched 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63440" y="38862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 execution, a document library, or connections to other apps.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458200" y="2377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0607040" y="24231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tmp/claude-0/-home-user-my-professional-documents/42493f46-281b-5b81-9ad4-14f4336b8da1/scratchpad/pptx_build/icon_brai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2587752"/>
            <a:ext cx="448056" cy="4480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3337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goal from the user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58200" y="388620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asks the Agent a question — that’s the job it now has to finish.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the Agent Loop Takes 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calls tools itself, reads what comes back, and only then writes your answer.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2376" y="233172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pic>
        <p:nvPicPr>
          <p:cNvPr id="5" name="Image 0" descr="/tmp/claude-0/-home-user-my-professional-documents/42493f46-281b-5b81-9ad4-14f4336b8da1/scratchpad/pptx_build/icon_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651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9536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“Search the web,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read the doc,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summarize.”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99816" y="3246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511296" y="233172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pic>
        <p:nvPicPr>
          <p:cNvPr id="10" name="Image 1" descr="/tmp/claude-0/-home-user-my-professional-documents/42493f46-281b-5b81-9ad4-14f4336b8da1/scratchpad/pptx_build/icon_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65176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11296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648456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web-search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itself.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888736" y="3246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300216" y="233172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pic>
        <p:nvPicPr>
          <p:cNvPr id="15" name="Image 2" descr="/tmp/claude-0/-home-user-my-professional-documents/42493f46-281b-5b81-9ad4-14f4336b8da1/scratchpad/pptx_build/icon_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265176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0216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437376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result —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enough?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677656" y="3246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9089136" y="233172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38100" dir="5400000">
              <a:srgbClr val="1B1B1B">
                <a:alpha val="18000"/>
              </a:srgbClr>
            </a:outerShdw>
          </a:effectLst>
        </p:spPr>
      </p:sp>
      <p:pic>
        <p:nvPicPr>
          <p:cNvPr id="20" name="Image 3" descr="/tmp/claude-0/-home-user-my-professional-documents/42493f46-281b-5b81-9ad4-14f4336b8da1/scratchpad/pptx_build/icon_fla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16" y="265176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89136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9226296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final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for you.</a:t>
            </a:r>
            <a:endParaRPr lang="en-US" sz="1150" dirty="0"/>
          </a:p>
        </p:txBody>
      </p:sp>
      <p:pic>
        <p:nvPicPr>
          <p:cNvPr id="23" name="Image 4" descr="/tmp/claude-0/-home-user-my-professional-documents/42493f46-281b-5b81-9ad4-14f4336b8da1/scratchpad/pptx_build/icon_sync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4436" y="5120640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F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repeats until the goal is actually done.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plain model answers.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agent acts.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plans steps and uses tools to actually finish a job — the way 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 uses a map instead of just reading it aloud.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7589520" cy="1417320"/>
          </a:xfrm>
          <a:prstGeom prst="roundRect">
            <a:avLst>
              <a:gd name="adj" fmla="val 7742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480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 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480060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a “Model,” really — and how is it different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agent we just described?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052560" y="2194560"/>
            <a:ext cx="2560320" cy="2560320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pic>
        <p:nvPicPr>
          <p:cNvPr id="9" name="Image 0" descr="/tmp/claude-0/-home-user-my-professional-documents/42493f46-281b-5b81-9ad4-14f4336b8da1/scratchpad/pptx_build/icon_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88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2026-07-17T13:11:50Z</dcterms:created>
  <dcterms:modified xsi:type="dcterms:W3CDTF">2026-07-17T13:11:50Z</dcterms:modified>
</cp:coreProperties>
</file>