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You've met Agent, Model, Memory, Skill, and Hook. Every one of those, so far, has been one piece acting alone. But what happens when a trigger needs to set off several pieces, in order, without you babysitting each handoff? That's a Workflow.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 Workflow is a saved sequence: step one finishes, its result feeds step two, step two finishes, its result feeds step three, all from one starting trigger, with no person re-clicking 'go' in between. It's not a new kind of building block; it's the wiring between the blocks you already know.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You've probably seen the seed of this in Outlook. A basic rule does one thing, move a message. But you can chain actions onto a single rule: if the sender is my accountant, move it to Finance, AND forward it to my bookkeeper, AND flag it, AND create a follow-up task. Four actions, one trigger, always the same order. That's a Workflow in miniature, already sitting in your inbox settings.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Think about any online checkout. Cart hands off to shipping. Shipping hands off to payment. Payment hands off to confirmation. You never re-enter your address on the payment page, each step's output is already sitting there, waiting, because the pages are chained. A Workflow chains Agents and Skills the exact same 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Simplest of all: a coffee maker with one 'brew' button. Press it once, and grind, brew, and keep-warm happen in order, each starting only when the last one finishes. You don't operate three machines, you press one button and walk away.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Mistral Studio, this is what turns a single automation into a real pipeline: a Hook notices a new file lands in a connected library, that triggers an Agent to draft a summary, the Agent calls on a Skill to format it correctly, and a final step notifies you it's ready, all chained from that one file arriving. You configure the chain once, in order; after that, one trigger runs the whole thing.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So: a Workflow is a saved chain of steps, Hooks, Agents, Skills, where one trigger sets off the whole sequence, each step handing its result to the next. Next time: JSON, the plain-text format almost every one of these tools uses to actually pass that data between steps.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EXPLAINED, PLAIN AND SIMPLE — LESSON 6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675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Is a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"Workflow"?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Model, Memory, Skill, and Hook have all been one piece acting alone. A Workflow is what strings several of them together — automatically.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777240"/>
            <a:ext cx="3931920" cy="53035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pic>
        <p:nvPicPr>
          <p:cNvPr id="6" name="Image 0" descr="/tmp/claude-0/-home-user-my-professional-documents/1734cc52-893e-54fb-9317-1a6c1b34e8cc/scratchpad/agent_lesson/icons/01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371600"/>
            <a:ext cx="3383280" cy="219913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EVERYDAY DEFINITION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saved chain that runs itself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 is a sequence: step one finishes, its result feeds step two, from one starting trigger — no person re-clicking "go" in between.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Chains Hooks, Agents, and Skills together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trigger runs the whole sequence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Decides WHAT RUNS NEXT AFTER WHAT, not what any single piece does</a:t>
            </a:r>
            <a:endParaRPr lang="en-US" sz="1250" dirty="0"/>
          </a:p>
        </p:txBody>
      </p:sp>
      <p:pic>
        <p:nvPicPr>
          <p:cNvPr id="7" name="Image 0" descr="/tmp/claude-0/-home-user-my-professional-documents/1734cc52-893e-54fb-9317-1a6c1b34e8cc/scratchpad/agent_lesson/icons/02_defini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5029200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1 — OFFICE SUITE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chained inbox rule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 doesn't stop at one action per rule. Set it once: move it, AND forward it, AND flag it, AND create a follow-up task.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basic rule: one trigger, one action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Workflow: one trigger, several chained actions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order, every time, no re-clicking between them</a:t>
            </a:r>
            <a:endParaRPr lang="en-US" sz="1250" dirty="0"/>
          </a:p>
        </p:txBody>
      </p:sp>
      <p:pic>
        <p:nvPicPr>
          <p:cNvPr id="7" name="Image 0" descr="/tmp/claude-0/-home-user-my-professional-documents/1734cc52-893e-54fb-9317-1a6c1b34e8cc/scratchpad/agent_lesson/icons/03_offi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5029200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2 — WEB BROWSER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an online checkout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Cart hands off to shipping, shipping hands off to payment, payment hands off to confirmation — nothing re-entered.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step's output feeds directly into the next step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manual restart between pages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Workflow: the same handoff, between Agents and Skills</a:t>
            </a:r>
            <a:endParaRPr lang="en-US" sz="1250" dirty="0"/>
          </a:p>
        </p:txBody>
      </p:sp>
      <p:pic>
        <p:nvPicPr>
          <p:cNvPr id="7" name="Image 0" descr="/tmp/claude-0/-home-user-my-professional-documents/1734cc52-893e-54fb-9317-1a6c1b34e8cc/scratchpad/agent_lesson/icons/04_brows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5029200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 3 — EVERYDAY TASK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Like a coffee maker's brew button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 once, and grind, brew, and keep-warm happen in order — nobody operates three separate machines.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press, several ordered stages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stage starts only when the last one finishes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a workflow, already in your kitchen</a:t>
            </a:r>
            <a:endParaRPr lang="en-US" sz="1250" dirty="0"/>
          </a:p>
        </p:txBody>
      </p:sp>
      <p:pic>
        <p:nvPicPr>
          <p:cNvPr id="7" name="Image 0" descr="/tmp/claude-0/-home-user-my-professional-documents/1734cc52-893e-54fb-9317-1a6c1b34e8cc/scratchpad/agent_lesson/icons/05_tas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5029200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617720" cy="6858000"/>
          </a:xfrm>
          <a:prstGeom prst="rect">
            <a:avLst/>
          </a:prstGeom>
          <a:solidFill>
            <a:srgbClr val="F0F6F6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5029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20" kern="0" dirty="0">
                <a:solidFill>
                  <a:srgbClr val="0FA3A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IT IN A REAL TOOL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548640" y="868680"/>
            <a:ext cx="3794760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E3A5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Mistral Studio's chained pipelines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548640" y="2377440"/>
            <a:ext cx="37490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222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new file triggers a Hook, which starts an Agent, which calls a Skill to format it, then notifies you — all from one trigger.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3794760"/>
            <a:ext cx="379476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 arrives → the whole chain runs itself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Configured once, in order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1E3A5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Agent, Skill, and Hook stay unchanged — just wired together</a:t>
            </a:r>
            <a:endParaRPr lang="en-US" sz="1250" dirty="0"/>
          </a:p>
        </p:txBody>
      </p:sp>
      <p:pic>
        <p:nvPicPr>
          <p:cNvPr id="7" name="Image 0" descr="/tmp/claude-0/-home-user-my-professional-documents/1734cc52-893e-54fb-9317-1a6c1b34e8cc/scratchpad/agent_lesson/icons/06_mistra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40680" y="1463040"/>
            <a:ext cx="5029200" cy="3118104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3A5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548640"/>
            <a:ext cx="6858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20" kern="0" dirty="0">
                <a:solidFill>
                  <a:srgbClr val="F2C94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</a:t>
            </a:r>
            <a:endParaRPr lang="en-US" sz="1400" dirty="0"/>
          </a:p>
        </p:txBody>
      </p:sp>
      <p:sp>
        <p:nvSpPr>
          <p:cNvPr id="3" name="Text 1"/>
          <p:cNvSpPr/>
          <p:nvPr/>
        </p:nvSpPr>
        <p:spPr>
          <a:xfrm>
            <a:off x="640080" y="1051560"/>
            <a:ext cx="66751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Workflow = the wiring</a:t>
            </a:r>
            <a:endParaRPr lang="en-US" sz="4000" dirty="0"/>
          </a:p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between the blocks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640080" y="3977640"/>
            <a:ext cx="64008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D6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Covered so far: Agent, Model, Memory, Skill, Hook, Workflow (Lessons 1-6). Next up: JSON — the format the steps actually pass to each other. Also queued: Python.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635240" y="777240"/>
            <a:ext cx="3931920" cy="5303520"/>
          </a:xfrm>
          <a:prstGeom prst="roundRect">
            <a:avLst>
              <a:gd name="adj" fmla="val 2791"/>
            </a:avLst>
          </a:prstGeom>
          <a:solidFill>
            <a:srgbClr val="FFFFFF"/>
          </a:solidFill>
          <a:ln/>
        </p:spPr>
      </p:sp>
      <p:pic>
        <p:nvPicPr>
          <p:cNvPr id="6" name="Image 0" descr="/tmp/claude-0/-home-user-my-professional-documents/1734cc52-893e-54fb-9317-1a6c1b34e8cc/scratchpad/agent_lesson/icons/07_recap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9560" y="1371600"/>
            <a:ext cx="3383280" cy="2199132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2026-07-17T22:26:24Z</dcterms:created>
  <dcterms:modified xsi:type="dcterms:W3CDTF">2026-07-17T22:26:24Z</dcterms:modified>
</cp:coreProperties>
</file>