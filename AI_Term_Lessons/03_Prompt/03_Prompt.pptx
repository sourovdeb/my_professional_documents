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12191695" cy="2651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What’s a "Prompt"?</a:t>
            </a:r>
          </a:p>
          <a:p>
            <a:pPr algn="ctr">
              <a:spcAft>
                <a:spcPts val="600"/>
              </a:spcAft>
            </a:pPr>
            <a:r>
              <a:rPr sz="2600" b="0">
                <a:solidFill>
                  <a:srgbClr val="EAF2F5"/>
                </a:solidFill>
                <a:latin typeface="Calibri"/>
              </a:rPr>
              <a:t>Explained Simply — in about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C7293"/>
                </a:solidFill>
                <a:latin typeface="Calibri"/>
              </a:rPr>
              <a:t>AI Explained Simply · Episode 3  •  Anchor example: the Message box in Mistral’s console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76"/>
                </a:solidFill>
                <a:latin typeface="Calibri"/>
              </a:rPr>
              <a:t>One core AI term · plain words · everyday analogies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1295C"/>
                </a:solidFill>
                <a:latin typeface="Calibri"/>
              </a:rPr>
              <a:t>The un-magic secret (What &amp; 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1">
                <a:solidFill>
                  <a:srgbClr val="065A82"/>
                </a:solidFill>
                <a:latin typeface="Calibri"/>
              </a:rPr>
              <a:t>A prompt = your instruction to the AI — the words you type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Like a search box — but it reads your WHOLE sentence, not just keywords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The way you ask is the steering wheel, not decoration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Like a coffee order: “coffee” vs “large oat flat white, extra hot”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Most “dumb AI” moments are really vague-prompt moments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C7293"/>
                </a:solidFill>
                <a:latin typeface="Calibri"/>
              </a:rPr>
              <a:t>→ Fix the order, fix the coffee. Same machine — the ask does the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1295C"/>
                </a:solidFill>
                <a:latin typeface="Calibri"/>
              </a:rPr>
              <a:t>How does it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1">
                <a:solidFill>
                  <a:srgbClr val="065A82"/>
                </a:solidFill>
                <a:latin typeface="Calibri"/>
              </a:rPr>
              <a:t>Your prompt is the running start for next-word guessing.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The text is chopped into tokens and fed to the model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Specific prompt → focused guesses; vague prompt → average, generic output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Vague in, generic out — the model fills blanks with the most ordinary thing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6202A"/>
                </a:solidFill>
                <a:latin typeface="Calibri"/>
              </a:rPr>
              <a:t>▪  The recipe: Role + Task + Context + Format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E7A4B"/>
                </a:solidFill>
                <a:latin typeface="Calibri"/>
              </a:rPr>
              <a:t>✔  “Act as a travel agent. Plan a 3-day Paris trip for a family on a budget. Day-by-day bullets.”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Where in the Mistral console?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EAF2F5"/>
                </a:solidFill>
                <a:latin typeface="Calibri"/>
              </a:rPr>
              <a:t>Open console.mistral.ai → Le Chat or the API playground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▪  Bottom of the screen: the wide “Message” box — your prompt goes here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▪  Higher up: a “System Prompt” box — the standing instruction (next episode)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▪  Message = today’s request; System Prompt = how it should always behave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▪  A prompt = the subject line + brief of an email you send a colleague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1295C"/>
                </a:solidFill>
                <a:latin typeface="Calibri"/>
              </a:rPr>
              <a:t>Try it yourself!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1200"/>
              </a:spcAft>
            </a:pPr>
            <a:r>
              <a:rPr sz="2100" b="0">
                <a:solidFill>
                  <a:srgbClr val="16202A"/>
                </a:solidFill>
                <a:latin typeface="Calibri"/>
              </a:rPr>
              <a:t>Step 1  —  Send a lazy prompt: just “marketing” — watch it come back generic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6202A"/>
                </a:solidFill>
                <a:latin typeface="Calibri"/>
              </a:rPr>
              <a:t>Step 2  —  Send the rich version: role + task + context + format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6202A"/>
                </a:solidFill>
                <a:latin typeface="Calibri"/>
              </a:rPr>
              <a:t>Step 3  —  Compare the two — same model, no extra cost, far better answer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6202A"/>
                </a:solidFill>
                <a:latin typeface="Calibri"/>
              </a:rPr>
              <a:t>Bonus   —  Add “keep each under 15 words, friendly tone” and watch it obey the format</a:t>
            </a:r>
          </a:p>
          <a:p>
            <a:pPr algn="l">
              <a:spcAft>
                <a:spcPts val="800"/>
              </a:spcAft>
            </a:pPr>
            <a:r>
              <a:rPr sz="2100" b="1">
                <a:solidFill>
                  <a:srgbClr val="1C7293"/>
                </a:solidFill>
                <a:latin typeface="Calibri"/>
              </a:rPr>
              <a:t>Takeaway: you don’t buy a smarter AI — you become a clearer asker.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5B6B76"/>
                </a:solidFill>
                <a:latin typeface="Calibri"/>
              </a:rPr>
              <a:t>Next episode →  System Prompt: the standing instruction behind every answer.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