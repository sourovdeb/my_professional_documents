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C7293"/>
                </a:solidFill>
                <a:latin typeface="Calibri"/>
              </a:rPr>
              <a:t>AI Explained Simply · Episode 3  •  Anchor example: the message box in Mistral’s Le Chat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76"/>
                </a:solidFill>
                <a:latin typeface="Calibri"/>
              </a:rPr>
              <a:t>One core AI term · plain words · everyday analogies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The un-magic secret (What &amp; 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the request you TYPE to tell the AI what you want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You already write them: search bars, emails, chat messages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The AI does what your WORDS say — not what’s in your head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Vague request in → vague answer out; specific in → specific out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It’s the cheapest AI upgrade there is: zero code, zero cost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→ Better request in, better answer out. That’s the whole skill.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does it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Your prompt is the model’s STARTING POINT — it finishes what you start.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Same next-word guessing from Episode 2, seeded by your words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"Once upon a time…" → a fairy tale;  "Dear Sir…" → a formal letter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So the opening you give sets the whole direction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Three upgrades: say WHO it’s for, the SHAPE you want, give an EXAMPLE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You’re not pressing a button — you’re handing it the first sentences to finish.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Where in the Mistral console?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EAF2F5"/>
                </a:solidFill>
                <a:latin typeface="Calibri"/>
              </a:rPr>
              <a:t>Open console.mistral.ai → Le Chat (the chat playground)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The big MESSAGE box at the bottom = where your prompt lives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A separate “System prompt” box holds standing rules (next episode)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Everything you type in the main box is your prompt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Hit Send to hand your text to the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1  —  Type a lazy prompt: “write about dogs” — notice it’s generic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2  —  Type a sharp one: “3 bullets, for a 10-year-old, each under 15 words…”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3  —  Compare — same model, far better answer, just clearer words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That gap between the two answers IS prompting.</a:t>
            </a:r>
          </a:p>
          <a:p>
            <a:pPr algn="l">
              <a:spcAft>
                <a:spcPts val="800"/>
              </a:spcAft>
            </a:pPr>
            <a:r>
              <a:rPr sz="2100" b="1">
                <a:solidFill>
                  <a:srgbClr val="1C7293"/>
                </a:solidFill>
                <a:latin typeface="Calibri"/>
              </a:rPr>
              <a:t>Takeaway: the fix is usually a better prompt, not a smarter AI.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Next episode →  System Prompt: the standing rules you set once.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