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26517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What’s a "Prompt"?</a:t>
            </a:r>
          </a:p>
          <a:p>
            <a:pPr algn="ctr">
              <a:spcAft>
                <a:spcPts val="600"/>
              </a:spcAft>
            </a:pPr>
            <a:r>
              <a:rPr sz="2600" b="0">
                <a:solidFill>
                  <a:srgbClr val="EAF2F5"/>
                </a:solidFill>
                <a:latin typeface="Calibri"/>
              </a:rPr>
              <a:t>Explained Simply — in about 3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749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1C7293"/>
                </a:solidFill>
                <a:latin typeface="Calibri"/>
              </a:rPr>
              <a:t>AI Explained Simply · Episode 3  •  Anchor example: the message box in Mistral’s Le Chat</a:t>
            </a: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B6B76"/>
                </a:solidFill>
                <a:latin typeface="Calibri"/>
              </a:rPr>
              <a:t>One core AI term · plain words · everyday analogies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1295C"/>
                </a:solidFill>
                <a:latin typeface="Calibri"/>
              </a:rPr>
              <a:t>It’s just the thing you type (What &amp; Why)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 b="1">
                <a:solidFill>
                  <a:srgbClr val="065A82"/>
                </a:solidFill>
                <a:latin typeface="Calibri"/>
              </a:rPr>
              <a:t>A prompt = your instruction to the AI, in plain words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If you’ve typed into a Google search box, you’ve written a prompt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Same move as Word’s Find box or texting “bring milk” — just bigger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Vague prompt → vague answer.  Specific prompt → specific answer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The model can’t read your mind — only your words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C7293"/>
                </a:solidFill>
                <a:latin typeface="Calibri"/>
              </a:rPr>
              <a:t>→ You bring the intent. It brings the typing.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1295C"/>
                </a:solidFill>
                <a:latin typeface="Calibri"/>
              </a:rPr>
              <a:t>How does it work?  The first domino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 b="1">
                <a:solidFill>
                  <a:srgbClr val="065A82"/>
                </a:solidFill>
                <a:latin typeface="Calibri"/>
              </a:rPr>
              <a:t>Your prompt is the OPENING the model continues.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Remember Episode 2 — the model just guesses the next word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“Write a haiku about rain” → the likely continuation IS a haiku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Place the first domino (the prompt); the guesses fall that way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6202A"/>
                </a:solidFill>
                <a:latin typeface="Calibri"/>
              </a:rPr>
              <a:t>▪  Change the wording → change the whole line that follows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B03A2E"/>
                </a:solidFill>
                <a:latin typeface="Calibri"/>
              </a:rPr>
              <a:t>That’s why “Explain this” and “Explain this to a 10-year-old in 3 sentences” differ so much.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Where in the Mistral console?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1">
                <a:solidFill>
                  <a:srgbClr val="EAF2F5"/>
                </a:solidFill>
                <a:latin typeface="Calibri"/>
              </a:rPr>
              <a:t>Open console.mistral.ai → Le Chat → the wide box at the bottom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▪  That message box is where your prompt lives — type there, hit send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▪  Lazy prompt: “email about the picnic” → generic result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▪  Clear prompt: who it’s for + what + length + tone → sharp result</a:t>
            </a:r>
          </a:p>
          <a:p>
            <a:pPr algn="l">
              <a:spcAft>
                <a:spcPts val="12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▪  A separate “System Prompt” field = a standing, permanent prompt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21295C"/>
                </a:solidFill>
                <a:latin typeface="Calibri"/>
              </a:rPr>
              <a:t>Try it yourself!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Aft>
                <a:spcPts val="1200"/>
              </a:spcAft>
            </a:pPr>
            <a:r>
              <a:rPr sz="2100" b="0">
                <a:solidFill>
                  <a:srgbClr val="16202A"/>
                </a:solidFill>
                <a:latin typeface="Calibri"/>
              </a:rPr>
              <a:t>Step 1  —  In Le Chat, type “email about the picnic” and send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16202A"/>
                </a:solidFill>
                <a:latin typeface="Calibri"/>
              </a:rPr>
              <a:t>Step 2  —  Now type a specific version: who, what, length, tone — send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16202A"/>
                </a:solidFill>
                <a:latin typeface="Calibri"/>
              </a:rPr>
              <a:t>Step 3  —  Read both replies side by side; spot the difference</a:t>
            </a:r>
          </a:p>
          <a:p>
            <a:pPr algn="l">
              <a:spcAft>
                <a:spcPts val="1200"/>
              </a:spcAft>
            </a:pPr>
            <a:r>
              <a:rPr sz="2100" b="0">
                <a:solidFill>
                  <a:srgbClr val="16202A"/>
                </a:solidFill>
                <a:latin typeface="Calibri"/>
              </a:rPr>
              <a:t>Bonus   —  Keep the good prompt; you’ll reuse it for years</a:t>
            </a:r>
          </a:p>
          <a:p>
            <a:pPr algn="l">
              <a:spcAft>
                <a:spcPts val="800"/>
              </a:spcAft>
            </a:pPr>
            <a:r>
              <a:rPr sz="2100" b="1">
                <a:solidFill>
                  <a:srgbClr val="1C7293"/>
                </a:solidFill>
                <a:latin typeface="Calibri"/>
              </a:rPr>
              <a:t>Takeaway: brief the AI like a smart new assistant — who, what, how long, what format.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5B6B76"/>
                </a:solidFill>
                <a:latin typeface="Calibri"/>
              </a:rPr>
              <a:t>Next episode →  Token: the tiles a model chops your words into.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