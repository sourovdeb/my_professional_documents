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48840"/>
            <a:ext cx="12191695" cy="26517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105156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What’s a "Prompt"?</a:t>
            </a:r>
          </a:p>
          <a:p>
            <a:pPr algn="ctr">
              <a:spcAft>
                <a:spcPts val="600"/>
              </a:spcAft>
            </a:pPr>
            <a:r>
              <a:rPr sz="2600" b="0">
                <a:solidFill>
                  <a:srgbClr val="EAF2F5"/>
                </a:solidFill>
                <a:latin typeface="Calibri"/>
              </a:rPr>
              <a:t>Explained Simply — in about 3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749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1C7293"/>
                </a:solidFill>
                <a:latin typeface="Calibri"/>
              </a:rPr>
              <a:t>AI Explained Simply · Episode 3  •  Anchor example: the Message &amp; System prompt boxes in Mistral’s console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B6B76"/>
                </a:solidFill>
                <a:latin typeface="Calibri"/>
              </a:rPr>
              <a:t>One core AI term · plain words · everyday analogies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1295C"/>
                </a:solidFill>
                <a:latin typeface="Calibri"/>
              </a:rPr>
              <a:t>You already do this (What &amp; Why)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 b="1">
                <a:solidFill>
                  <a:srgbClr val="065A82"/>
                </a:solidFill>
                <a:latin typeface="Calibri"/>
              </a:rPr>
              <a:t>A prompt = the instruction you type to the AI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You already write them: Google searches, emails, text messages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The model only knows the words in the box — it can’t read your mind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Like ordering coffee: “a coffee” vs “large oat latte, extra hot, one sugar”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Detail isn’t decoration — it’s the steering wheel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C7293"/>
                </a:solidFill>
                <a:latin typeface="Calibri"/>
              </a:rPr>
              <a:t>→ Vague in, vague out. The clearer you ask, the better you get back.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1295C"/>
                </a:solidFill>
                <a:latin typeface="Calibri"/>
              </a:rPr>
              <a:t>How does it work?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 b="1">
                <a:solidFill>
                  <a:srgbClr val="065A82"/>
                </a:solidFill>
                <a:latin typeface="Calibri"/>
              </a:rPr>
              <a:t>Your prompt is the model’s running start for guessing.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The model guesses the next word — your words aim where it goes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“Write a poem” = an ocean of answers; add detail = one puddle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Each word is a filter — like size/colour/price in an online shop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Recipe to memorise: Role + Task + Detail + Format</a:t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1C7293"/>
                </a:solidFill>
                <a:latin typeface="Calibri"/>
              </a:rPr>
              <a:t>Example: “You’re a friendly teacher. Explain gravity to a 7-year-old in 3 bullets.”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Where in the Mistral console?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1">
                <a:solidFill>
                  <a:srgbClr val="EAF2F5"/>
                </a:solidFill>
                <a:latin typeface="Calibri"/>
              </a:rPr>
              <a:t>Open console.mistral.ai → Le Chat or the API playground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▪  The big “Message” box = your prompt, typed fresh each time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▪  The “System prompt” box = standing rules, set once for every reply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▪  e.g. System prompt: “Always answer in simple English a 12-year-old could read”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▪  System prompt = the default settings in Word, applied to everything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1295C"/>
                </a:solidFill>
                <a:latin typeface="Calibri"/>
              </a:rPr>
              <a:t>Try it yourself!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Aft>
                <a:spcPts val="12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Step 1  —  Ask the lazy way: “Tell me about France” (giant, unfocused essay)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Step 2  —  Ask the aimed way: “In 5 bullets, the practical basics for a first-time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              visitor: currency, language, best season, one etiquette + one safety tip”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Step 3  —  Compare — same model, same second, far more useful answer</a:t>
            </a:r>
          </a:p>
          <a:p>
            <a:pPr algn="l">
              <a:spcAft>
                <a:spcPts val="800"/>
              </a:spcAft>
            </a:pPr>
            <a:r>
              <a:rPr sz="2100" b="1">
                <a:solidFill>
                  <a:srgbClr val="1C7293"/>
                </a:solidFill>
                <a:latin typeface="Calibri"/>
              </a:rPr>
              <a:t>Takeaway: you don’t need a better AI — usually just a better prompt.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5B6B76"/>
                </a:solidFill>
                <a:latin typeface="Calibri"/>
              </a:rPr>
              <a:t>Next episode →  Token: the units a model reads and writes text 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