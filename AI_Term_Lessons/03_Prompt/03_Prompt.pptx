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48840"/>
            <a:ext cx="12191695" cy="26517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What’s a "Prompt"?</a:t>
            </a:r>
          </a:p>
          <a:p>
            <a:pPr algn="ctr">
              <a:spcAft>
                <a:spcPts val="600"/>
              </a:spcAft>
            </a:pPr>
            <a:r>
              <a:rPr sz="2600" b="0">
                <a:solidFill>
                  <a:srgbClr val="EAF2F5"/>
                </a:solidFill>
                <a:latin typeface="Calibri"/>
              </a:rPr>
              <a:t>Explained Simply — in about 3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749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1C7293"/>
                </a:solidFill>
                <a:latin typeface="Calibri"/>
              </a:rPr>
              <a:t>AI Explained Simply · Episode 3  •  Anchor example: the Message box in Mistral’s console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B6B76"/>
                </a:solidFill>
                <a:latin typeface="Calibri"/>
              </a:rPr>
              <a:t>One core AI term · plain words · everyday analogies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1295C"/>
                </a:solidFill>
                <a:latin typeface="Calibri"/>
              </a:rPr>
              <a:t>What is a prompt? (What &amp; Why)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 b="1">
                <a:solidFill>
                  <a:srgbClr val="065A82"/>
                </a:solidFill>
                <a:latin typeface="Calibri"/>
              </a:rPr>
              <a:t>A prompt = what you type in — your plain-language instructions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You already prompt every day: Google, Siri, a note to a coworker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No keywords, no robot-speak — write like you would to a smart new assistant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It’s the STEERING WHEEL; the model is the engine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It can’t read your mind — everything it needs must be IN the prompt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C7293"/>
                </a:solidFill>
                <a:latin typeface="Calibri"/>
              </a:rPr>
              <a:t>→ Better prompt in = better answer out. This is the skill that makes AI useful.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1295C"/>
                </a:solidFill>
                <a:latin typeface="Calibri"/>
              </a:rPr>
              <a:t>How does it work?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 b="1">
                <a:solidFill>
                  <a:srgbClr val="065A82"/>
                </a:solidFill>
                <a:latin typeface="Calibri"/>
              </a:rPr>
              <a:t>Your prompt is the START of the sentence the model finishes.</a:t>
            </a:r>
          </a:p>
          <a:p>
            <a:pPr algn="l">
              <a:spcAft>
                <a:spcPts val="9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“Write a birthday message for my mum” → it continues in the sensible direction</a:t>
            </a:r>
          </a:p>
          <a:p>
            <a:pPr algn="l">
              <a:spcAft>
                <a:spcPts val="9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Change the opening → change everything after it (the FIRST DOMINO)</a:t>
            </a:r>
          </a:p>
          <a:p>
            <a:pPr algn="l">
              <a:spcAft>
                <a:spcPts val="9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Upgrade 1: say WHO it’s for  (a 7-year-old vs a lawyer)</a:t>
            </a:r>
          </a:p>
          <a:p>
            <a:pPr algn="l">
              <a:spcAft>
                <a:spcPts val="9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Upgrade 2: say the SHAPE  (3 bullets, a table, one sentence)</a:t>
            </a:r>
          </a:p>
          <a:p>
            <a:pPr algn="l">
              <a:spcAft>
                <a:spcPts val="9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Upgrade 3: give an EXAMPLE of what “good” looks like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Where in the Mistral console?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1">
                <a:solidFill>
                  <a:srgbClr val="EAF2F5"/>
                </a:solidFill>
                <a:latin typeface="Calibri"/>
              </a:rPr>
              <a:t>Open console.mistral.ai → Le Chat or the API playground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▪  The big “Message” box in the middle — that IS the prompt box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▪  The single most important box on the whole screen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▪  (The small “System prompt” box above it = next episode)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▪  Type, hit Send, watch the answer build word by word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1295C"/>
                </a:solidFill>
                <a:latin typeface="Calibri"/>
              </a:rPr>
              <a:t>Try it yourself!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Aft>
                <a:spcPts val="1200"/>
              </a:spcAft>
            </a:pPr>
            <a:r>
              <a:rPr sz="2100" b="0">
                <a:solidFill>
                  <a:srgbClr val="16202A"/>
                </a:solidFill>
                <a:latin typeface="Calibri"/>
              </a:rPr>
              <a:t>Weak    —  type: “holiday ideas” → a generic list for anyone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16202A"/>
                </a:solidFill>
                <a:latin typeface="Calibri"/>
              </a:rPr>
              <a:t>Strong  —  “5 budget beach holiday ideas, family, 2 young kids, Europe, July, one line each”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16202A"/>
                </a:solidFill>
                <a:latin typeface="Calibri"/>
              </a:rPr>
              <a:t>Compare —  same model, same button — the second is genuinely useful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16202A"/>
                </a:solidFill>
                <a:latin typeface="Calibri"/>
              </a:rPr>
              <a:t>You didn’t upgrade the AI. You upgraded the PROMPT.</a:t>
            </a:r>
          </a:p>
          <a:p>
            <a:pPr algn="l">
              <a:spcAft>
                <a:spcPts val="800"/>
              </a:spcAft>
            </a:pPr>
            <a:r>
              <a:rPr sz="2100" b="1">
                <a:solidFill>
                  <a:srgbClr val="1C7293"/>
                </a:solidFill>
                <a:latin typeface="Calibri"/>
              </a:rPr>
              <a:t>Takeaway: ask well = clear thinking, written down. The thinking is still yours.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5B6B76"/>
                </a:solidFill>
                <a:latin typeface="Calibri"/>
              </a:rPr>
              <a:t>Next episode →  System Prompt: the standing instructions you set once.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