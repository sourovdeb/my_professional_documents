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651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What’s a "Prompt"?</a:t>
            </a:r>
          </a:p>
          <a:p>
            <a:pPr algn="ctr">
              <a:spcAft>
                <a:spcPts val="600"/>
              </a:spcAft>
            </a:pPr>
            <a:r>
              <a:rPr sz="2600" b="0">
                <a:solidFill>
                  <a:srgbClr val="EAF2F5"/>
                </a:solidFill>
                <a:latin typeface="Calibri"/>
              </a:rPr>
              <a:t>Explained Simply — in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EAF2F5"/>
                </a:solidFill>
                <a:latin typeface="Calibri"/>
              </a:rPr>
              <a:t>AI Explained Simply · Episode 3 · anchored in the Mistral 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It’s a request, not a spell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A prompt = what you ask + how clearly you ask it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The model reads your words — not your mind.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No magic words. The whole skill is clarity + a little context.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Vague in → average out.  Specific in → useful out.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It’s a search box, grown up: type the task, it does the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Your prompt becomes the model’s starting context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A model predicts the next word — the prompt is what it predicts from.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Longer, clearer prompt = more for it to lean on.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Like the opening line of a story: it steers everything after.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Add one example, and every guess aims at “good” instead of average.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Where in Mistral (what you’d see)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console.mistral.ai → Le Chat / API playground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The big message box at the bottom = the prompt.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Everything you type there is the prompt.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Nearby: a “System” field — a standing prompt (next episode).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•  Type there, hit send, read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6202A"/>
                </a:solidFill>
                <a:latin typeface="Calibri"/>
              </a:rPr>
              <a:t>Step 1  —  type:  write an email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5B6B76"/>
                </a:solidFill>
                <a:latin typeface="Calibri"/>
              </a:rPr>
              <a:t>→ generic, probably wrong for your situation</a:t>
            </a:r>
          </a:p>
          <a:p>
            <a:pPr algn="l">
              <a:spcAft>
                <a:spcPts val="200"/>
              </a:spcAft>
            </a:pPr>
            <a:r>
              <a:rPr sz="2000" b="1">
                <a:solidFill>
                  <a:srgbClr val="16202A"/>
                </a:solidFill>
                <a:latin typeface="Calibri"/>
              </a:rPr>
              <a:t>Step 2  —  type:  Write a short, friendly email to my landlord</a:t>
            </a:r>
          </a:p>
          <a:p>
            <a:pPr algn="l">
              <a:spcAft>
                <a:spcPts val="1400"/>
              </a:spcAft>
            </a:pPr>
            <a:r>
              <a:rPr sz="2000" b="1">
                <a:solidFill>
                  <a:srgbClr val="16202A"/>
                </a:solidFill>
                <a:latin typeface="Calibri"/>
              </a:rPr>
              <a:t>asking to fix a leaking tap. Polite, 3 sentences, no slang.</a:t>
            </a:r>
          </a:p>
          <a:p>
            <a:pPr algn="l">
              <a:spcAft>
                <a:spcPts val="1400"/>
              </a:spcAft>
            </a:pPr>
            <a:r>
              <a:rPr sz="2000" b="1">
                <a:solidFill>
                  <a:srgbClr val="16202A"/>
                </a:solidFill>
                <a:latin typeface="Calibri"/>
              </a:rPr>
              <a:t>Step 3  —  compare:  same model, only the prompt changed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C7293"/>
                </a:solidFill>
                <a:latin typeface="Calibri"/>
              </a:rPr>
              <a:t>Takeaway: clarity is the whole skill — it makes every AI tool better.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