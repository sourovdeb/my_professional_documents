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open: a steering wheel labeled PROMPT bolted onto an engine labeled MODEL. Line: ‘Last time we said a model is a powerful engine that guesses the next word. An engine doesn’t decide where to go — you do, with the steering wheel. In AI, that steering wheel is called the prompt.’ Sticky-note takeaway: a prompt is the steering wheel, the model is the engine, you decide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bit: nobody is hiding a smarter model behind a paywall just for good prompts. Everyday analogy: telling a new assistant ‘sort this out’ vs ‘file these five invoices under Q3, flag anything over $500’ — same assistant, different instruction, wildly different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recap from Episode 2: the model just keeps predicting the next word. Your prompt is the text it predicts from, so every word you add shifts the odds. Everyday analogy: typing ‘dogs’ into a search bar gets everything; typing ‘best low-shedding dog breeds for apartments’ gets the page you actually wanted — same narrowing trick, but the model writes a fresh answer instead of links.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cue: point at the message box at the bottom of Le Chat. Mention the smaller, collapsed ‘System prompt’ field above it as a preview of Episode 4 — don’t explain it yet, just flag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Live-demo both prompts in Le Chat if possible before wrapping. Recap line: a model is the engine, a prompt is the steering wheel — same engine, better steering, better ride. Close on the Episode 4 teaser: System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651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What’s a "Prompt"?</a:t>
            </a:r>
          </a:p>
          <a:p>
            <a:pPr algn="ctr">
              <a:spcAft>
                <a:spcPts val="600"/>
              </a:spcAft>
            </a:pPr>
            <a:r>
              <a:rPr sz="2600" b="0">
                <a:solidFill>
                  <a:srgbClr val="EAF2F5"/>
                </a:solidFill>
                <a:latin typeface="Calibri"/>
              </a:rPr>
              <a:t>Explained Simply — in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C7293"/>
                </a:solidFill>
                <a:latin typeface="Calibri"/>
              </a:rPr>
              <a:t>AI Explained Simply · Episode 3  •  Anchor example: the message box in Mistral’s Le Chat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76"/>
                </a:solidFill>
                <a:latin typeface="Calibri"/>
              </a:rPr>
              <a:t>One core AI term · plain words · everyday analogies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The un-magic secret (What &amp; 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A prompt = the instructions you type before the model starts guessing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Vague in → vague out. Specific in → specific out.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“Tell me about dogs” vs. “List 5 differences between Labradors and Poodles, for a 10-year-old”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Same model, wildly different result — the instruction did the work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A better prompt doesn’t make the engine bigger — it just steers it more precisely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C7293"/>
                </a:solidFill>
                <a:latin typeface="Calibri"/>
              </a:rPr>
              <a:t>→ No hidden paywall smarts here — this lever is free and entirely yours.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How 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The model predicts its next words FROM your prompt text.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Add “explain like I’m 10” → every next-word guess gets nudged simpler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Add “answer in French” → the guesses shift language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You’re not reprogramming the model — you’re reshaping the odds for what comes next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It’s a search query, but the engine writes a fresh answer instead of listing links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B03A2E"/>
                </a:solidFill>
                <a:latin typeface="Calibri"/>
              </a:rPr>
              <a:t>3 upgrades: be specific · give an example · name the format you want.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Where in the Mistral console?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EAF2F5"/>
                </a:solidFill>
                <a:latin typeface="Calibri"/>
              </a:rPr>
              <a:t>Open console.mistral.ai → Le Chat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Bottom of the screen: the big “message box” — that’s the prompt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A smaller “System prompt” field sits above it (teaser for Episode 4)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Typing there = gripping the steering wheel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Whatever you type before you hit send is the whole steering wheel for that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Try it yourself!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1  —  Ask something vague: “Tell me about volcanoes”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2  —  Ask something specific: “3 bullets, why volcanoes erupt, for an 8-year-old”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3  —  Compare the two answers side by side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Bonus   —  Same model, same day, same person typing — the prompt did all the steering</a:t>
            </a:r>
          </a:p>
          <a:p>
            <a:pPr algn="l">
              <a:spcAft>
                <a:spcPts val="800"/>
              </a:spcAft>
            </a:pPr>
            <a:r>
              <a:rPr sz="2100" b="1">
                <a:solidFill>
                  <a:srgbClr val="1C7293"/>
                </a:solidFill>
                <a:latin typeface="Calibri"/>
              </a:rPr>
              <a:t>Takeaway: a good prompt is the cheapest upgrade in AI — free, instant, entirely yours.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B76"/>
                </a:solidFill>
                <a:latin typeface="Calibri"/>
              </a:rPr>
              <a:t>Next episode →  System Prompt: the hidden steering wheel set before you even type.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