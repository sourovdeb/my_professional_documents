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62956" y="594360"/>
            <a:ext cx="1463040" cy="14630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3346" y="974750"/>
            <a:ext cx="702259" cy="7022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33172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Terms in Plain English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834640"/>
            <a:ext cx="112745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a Model?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39776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2 · featuring Mistral Studio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5943600"/>
            <a:ext cx="9445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brain inside a box, small gears turning — the "engine" every agent runs on.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everyday hook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1828800"/>
            <a:ext cx="2194560" cy="2194560"/>
          </a:xfrm>
          <a:prstGeom prst="ellipse">
            <a:avLst/>
          </a:prstGeom>
          <a:solidFill>
            <a:srgbClr val="EAF2F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7866" y="2399386"/>
            <a:ext cx="1053389" cy="105338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931920" y="1737360"/>
            <a:ext cx="6949440" cy="3291840"/>
          </a:xfrm>
          <a:prstGeom prst="roundRect">
            <a:avLst>
              <a:gd name="adj" fmla="val 4167"/>
            </a:avLst>
          </a:prstGeom>
          <a:solidFill>
            <a:srgbClr val="EAF2F5"/>
          </a:solidFill>
          <a:ln/>
        </p:spPr>
      </p:sp>
      <p:sp>
        <p:nvSpPr>
          <p:cNvPr id="6" name="Text 3"/>
          <p:cNvSpPr/>
          <p:nvPr/>
        </p:nvSpPr>
        <p:spPr>
          <a:xfrm>
            <a:off x="4297680" y="20116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type: </a:t>
            </a:r>
            <a:pPr indent="0" marL="0">
              <a:buNone/>
            </a:pPr>
            <a:r>
              <a:rPr lang="en-US" sz="18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"I'll see you..."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297680" y="269748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keyboard guesses: </a:t>
            </a:r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"tomorrow"  "later"  "soon"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297680" y="356616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reading your mind — it's guessing the next most likely word from patterns it has seen before. An AI model does exactly that, at a much bigger scale.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plain-English definition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54396" y="1463040"/>
            <a:ext cx="1280160" cy="12801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7238" y="1795882"/>
            <a:ext cx="614477" cy="6144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2880360"/>
            <a:ext cx="9445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documents in → one confident guess out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371600" y="3566160"/>
            <a:ext cx="9445752" cy="2194560"/>
          </a:xfrm>
          <a:prstGeom prst="roundRect">
            <a:avLst>
              <a:gd name="adj" fmla="val 6250"/>
            </a:avLst>
          </a:prstGeom>
          <a:solidFill>
            <a:srgbClr val="065A82"/>
          </a:solidFill>
          <a:ln/>
        </p:spPr>
      </p:sp>
      <p:sp>
        <p:nvSpPr>
          <p:cNvPr id="7" name="Text 4"/>
          <p:cNvSpPr/>
          <p:nvPr/>
        </p:nvSpPr>
        <p:spPr>
          <a:xfrm>
            <a:off x="1828800" y="3794760"/>
            <a:ext cx="853135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model is software trained on huge amounts of text, so it has learned the patterns of language, facts, and reasoning. Given some words, it predicts — piece by piece — the most likely next words that make a good answer.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vs.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EAF2F5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0" y="1783080"/>
            <a:ext cx="1005840" cy="10058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4718" y="2044598"/>
            <a:ext cx="482803" cy="482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926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4297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“brain” — predicts text, answers questions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no memory or goals of its own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the engine in a car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30936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/>
        </p:spPr>
      </p:sp>
      <p:sp>
        <p:nvSpPr>
          <p:cNvPr id="9" name="Shape 6"/>
          <p:cNvSpPr/>
          <p:nvPr/>
        </p:nvSpPr>
        <p:spPr>
          <a:xfrm>
            <a:off x="8412480" y="17830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998" y="2044598"/>
            <a:ext cx="482803" cy="48280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09360" y="2926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6766560" y="3474720"/>
            <a:ext cx="4297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“assistant” — uses a model plus tools and steps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steps, remembers context, checks its own work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the whole car, with a driver deciding where to go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Seeing it in Mistral Studio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agent starts with a “Model” dropdown: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3796" y="2011680"/>
            <a:ext cx="3383280" cy="38404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99999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51076" y="2331720"/>
            <a:ext cx="1188720" cy="118872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0143" y="2640787"/>
            <a:ext cx="570586" cy="5705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" y="3749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Mistral Large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28116" y="42976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brain — best for hard reasoning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02836" y="2011680"/>
            <a:ext cx="3383280" cy="38404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99999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14416" y="2331720"/>
            <a:ext cx="960120" cy="9601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047" y="258135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02836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Mistral Medium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77156" y="4069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power and speed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51876" y="2011680"/>
            <a:ext cx="3383280" cy="38404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99999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54896" y="233172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978" y="2533802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51876" y="3337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Mistral Small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26196" y="388620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&amp; cheap — great for simple, high-volume tasks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08676" y="1463040"/>
            <a:ext cx="1371600" cy="13716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5292" y="1819656"/>
            <a:ext cx="658368" cy="6583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9718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model = smarter answers, but slower &amp; pricier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645920" y="3657600"/>
            <a:ext cx="8897112" cy="2103120"/>
          </a:xfrm>
          <a:prstGeom prst="roundRect">
            <a:avLst>
              <a:gd name="adj" fmla="val 6522"/>
            </a:avLst>
          </a:prstGeom>
          <a:solidFill>
            <a:srgbClr val="065A82"/>
          </a:solidFill>
          <a:ln/>
        </p:spPr>
      </p:sp>
      <p:sp>
        <p:nvSpPr>
          <p:cNvPr id="7" name="Text 4"/>
          <p:cNvSpPr/>
          <p:nvPr/>
        </p:nvSpPr>
        <p:spPr>
          <a:xfrm>
            <a:off x="2103120" y="3886200"/>
            <a:ext cx="798271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what a model is means you can make a real choice: a big model for hard problems, a small, cheap one for simple, repeated tasks — instead of always defaulting to the priciest option. That trade-off is one of the first real decisions anyone makes on a platform like Mistral Studio.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490" y="1768450"/>
            <a:ext cx="395021" cy="395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155448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a trained pattern-guesser that predicts the next best words — the engine, not the driver.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31520" y="29260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90" y="3140050"/>
            <a:ext cx="395021" cy="3950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28800" y="292608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the whole car: it uses a model plus tools and a plan.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31520" y="42976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490" y="4511650"/>
            <a:ext cx="395021" cy="39502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828800" y="429768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Mistral Studio, you pick the model size for each agent from a simple dropdown.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08676" y="1280160"/>
            <a:ext cx="1371600" cy="13716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5292" y="1636776"/>
            <a:ext cx="658368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8803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That's “model” in plain English.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35661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what's a “Prompt”?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Terms in Plain English · Episode 2 of an ongoing series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2026-07-22T15:17:10Z</dcterms:created>
  <dcterms:modified xsi:type="dcterms:W3CDTF">2026-07-22T15:17:10Z</dcterms:modified>
</cp:coreProperties>
</file>